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M" userId="3590653e95782fc7" providerId="LiveId" clId="{60FBBF38-F960-4A0F-A99B-996EB4EDE23E}"/>
    <pc:docChg chg="undo custSel delSld modSld">
      <pc:chgData name="Ramya M" userId="3590653e95782fc7" providerId="LiveId" clId="{60FBBF38-F960-4A0F-A99B-996EB4EDE23E}" dt="2025-07-08T15:28:55.485" v="118" actId="20577"/>
      <pc:docMkLst>
        <pc:docMk/>
      </pc:docMkLst>
      <pc:sldChg chg="modSp mod">
        <pc:chgData name="Ramya M" userId="3590653e95782fc7" providerId="LiveId" clId="{60FBBF38-F960-4A0F-A99B-996EB4EDE23E}" dt="2025-07-08T15:27:58.381" v="108" actId="20577"/>
        <pc:sldMkLst>
          <pc:docMk/>
          <pc:sldMk cId="0" sldId="256"/>
        </pc:sldMkLst>
        <pc:spChg chg="mod">
          <ac:chgData name="Ramya M" userId="3590653e95782fc7" providerId="LiveId" clId="{60FBBF38-F960-4A0F-A99B-996EB4EDE23E}" dt="2025-07-08T15:27:58.381" v="108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Ramya M" userId="3590653e95782fc7" providerId="LiveId" clId="{60FBBF38-F960-4A0F-A99B-996EB4EDE23E}" dt="2025-07-08T15:20:59.283" v="66" actId="5793"/>
        <pc:sldMkLst>
          <pc:docMk/>
          <pc:sldMk cId="0" sldId="262"/>
        </pc:sldMkLst>
        <pc:spChg chg="mod">
          <ac:chgData name="Ramya M" userId="3590653e95782fc7" providerId="LiveId" clId="{60FBBF38-F960-4A0F-A99B-996EB4EDE23E}" dt="2025-07-08T15:20:59.283" v="66" actId="5793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Ramya M" userId="3590653e95782fc7" providerId="LiveId" clId="{60FBBF38-F960-4A0F-A99B-996EB4EDE23E}" dt="2025-07-08T15:20:48.831" v="20" actId="1076"/>
          <ac:picMkLst>
            <pc:docMk/>
            <pc:sldMk cId="0" sldId="262"/>
            <ac:picMk id="5" creationId="{BDECDF0A-FC5E-C7A3-49DF-2E3516D27D1B}"/>
          </ac:picMkLst>
        </pc:picChg>
        <pc:picChg chg="add mod">
          <ac:chgData name="Ramya M" userId="3590653e95782fc7" providerId="LiveId" clId="{60FBBF38-F960-4A0F-A99B-996EB4EDE23E}" dt="2025-07-08T15:20:46.573" v="19" actId="1076"/>
          <ac:picMkLst>
            <pc:docMk/>
            <pc:sldMk cId="0" sldId="262"/>
            <ac:picMk id="7" creationId="{A27FADCA-5278-DF24-0AF5-318FDA48B541}"/>
          </ac:picMkLst>
        </pc:picChg>
        <pc:picChg chg="add mod">
          <ac:chgData name="Ramya M" userId="3590653e95782fc7" providerId="LiveId" clId="{60FBBF38-F960-4A0F-A99B-996EB4EDE23E}" dt="2025-07-08T15:20:41.387" v="18" actId="1076"/>
          <ac:picMkLst>
            <pc:docMk/>
            <pc:sldMk cId="0" sldId="262"/>
            <ac:picMk id="9" creationId="{FE1EC815-FC16-ECBD-5239-F58E9EA7FC79}"/>
          </ac:picMkLst>
        </pc:picChg>
      </pc:sldChg>
      <pc:sldChg chg="modSp mod">
        <pc:chgData name="Ramya M" userId="3590653e95782fc7" providerId="LiveId" clId="{60FBBF38-F960-4A0F-A99B-996EB4EDE23E}" dt="2025-07-08T15:28:55.485" v="118" actId="20577"/>
        <pc:sldMkLst>
          <pc:docMk/>
          <pc:sldMk cId="0" sldId="263"/>
        </pc:sldMkLst>
        <pc:spChg chg="mod">
          <ac:chgData name="Ramya M" userId="3590653e95782fc7" providerId="LiveId" clId="{60FBBF38-F960-4A0F-A99B-996EB4EDE23E}" dt="2025-07-08T15:28:55.485" v="118" actId="20577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Ramya M" userId="3590653e95782fc7" providerId="LiveId" clId="{60FBBF38-F960-4A0F-A99B-996EB4EDE23E}" dt="2025-07-08T15:22:55.855" v="103" actId="2696"/>
        <pc:sldMkLst>
          <pc:docMk/>
          <pc:sldMk cId="0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Leave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</a:t>
            </a:r>
            <a:r>
              <a:rPr dirty="0"/>
              <a:t> Full-Stack Web Application</a:t>
            </a:r>
          </a:p>
          <a:p>
            <a:r>
              <a:rPr dirty="0"/>
              <a:t>Presented by: </a:t>
            </a:r>
            <a:r>
              <a:rPr lang="en-US" dirty="0"/>
              <a:t>LingesWaran J</a:t>
            </a:r>
            <a:endParaRPr dirty="0"/>
          </a:p>
          <a:p>
            <a:r>
              <a:rPr dirty="0"/>
              <a:t>Technologies: AngularJS | Spring Boot |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Simplify and digitize leave application and approval process</a:t>
            </a:r>
          </a:p>
          <a:p>
            <a:r>
              <a:t>Users: Employees and Admins</a:t>
            </a:r>
          </a:p>
          <a:p>
            <a:r>
              <a:t>Statuses: Pending, Approved, Rejected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AngularJS (1.8.2)</a:t>
            </a:r>
          </a:p>
          <a:p>
            <a:r>
              <a:t>Backend: Spring Boot (v3.5.x)</a:t>
            </a:r>
          </a:p>
          <a:p>
            <a:r>
              <a:t>Database: MySQL</a:t>
            </a:r>
          </a:p>
          <a:p>
            <a:r>
              <a:t>Tools: Eclipse IDE, Live Server, MySQL Workbench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AngularJS frontend calls REST APIs</a:t>
            </a:r>
          </a:p>
          <a:p>
            <a:r>
              <a:t>2. Spring Boot REST API handles logic and database interaction</a:t>
            </a:r>
          </a:p>
          <a:p>
            <a:r>
              <a:t>3. MySQL stores leave request data</a:t>
            </a:r>
          </a:p>
          <a:p>
            <a:r>
              <a:t>Architecture: AngularJS → Spring Boot → 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Employees can apply for leave</a:t>
            </a:r>
          </a:p>
          <a:p>
            <a:r>
              <a:t>✔ Admin can view and manage requests</a:t>
            </a:r>
          </a:p>
          <a:p>
            <a:r>
              <a:t>✔ Status updates: Approve / Reject</a:t>
            </a:r>
          </a:p>
          <a:p>
            <a:r>
              <a:t>✔ Data stored and retrieved from MySQL</a:t>
            </a:r>
          </a:p>
          <a:p>
            <a:r>
              <a:t>✔ Real-time UI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Table: leave_request</a:t>
            </a:r>
          </a:p>
          <a:p>
            <a:r>
              <a:t>- id (Primary Key)</a:t>
            </a:r>
          </a:p>
          <a:p>
            <a:r>
              <a:t>- employee_name (VARCHAR)</a:t>
            </a:r>
          </a:p>
          <a:p>
            <a:r>
              <a:t>- start_date (DATE)</a:t>
            </a:r>
          </a:p>
          <a:p>
            <a:r>
              <a:t>- end_date (DATE)</a:t>
            </a:r>
          </a:p>
          <a:p>
            <a:r>
              <a:t>- reason (TEXT)</a:t>
            </a:r>
          </a:p>
          <a:p>
            <a:r>
              <a:t>- status (VARCHAR)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Apply Leave Page</a:t>
            </a:r>
          </a:p>
          <a:p>
            <a:r>
              <a:rPr dirty="0"/>
              <a:t>2. Admin Panel</a:t>
            </a:r>
          </a:p>
          <a:p>
            <a:r>
              <a:rPr dirty="0"/>
              <a:t>3. MySQL Table View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CDF0A-FC5E-C7A3-49DF-2E3516D27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6" y="3992212"/>
            <a:ext cx="2517058" cy="1840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7FADCA-5278-DF24-0AF5-318FDA48B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144" y="4031908"/>
            <a:ext cx="2782528" cy="1840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1EC815-FC16-ECBD-5239-F58E9EA7F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72" y="3952515"/>
            <a:ext cx="2782528" cy="19203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Demo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URL: http://127.0.0.1:5500/index.html</a:t>
            </a:r>
          </a:p>
          <a:p>
            <a:r>
              <a:rPr dirty="0"/>
              <a:t>Show employee form submission</a:t>
            </a:r>
          </a:p>
          <a:p>
            <a:r>
              <a:rPr dirty="0"/>
              <a:t>Show admin approval</a:t>
            </a:r>
          </a:p>
          <a:p>
            <a:r>
              <a:rPr dirty="0"/>
              <a:t>Show MySQL table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CORS errors between frontend and backend</a:t>
            </a:r>
          </a:p>
          <a:p>
            <a:r>
              <a:t>AngularJS routing issues</a:t>
            </a:r>
          </a:p>
          <a:p>
            <a:r>
              <a:t>MySQL connectivity and table mapping</a:t>
            </a:r>
          </a:p>
          <a:p>
            <a:r>
              <a:t>Error debugging in browser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Successfully built and deployed leave management system</a:t>
            </a:r>
          </a:p>
          <a:p>
            <a:r>
              <a:t>✔ Integrated frontend, backend, and database</a:t>
            </a:r>
          </a:p>
          <a:p>
            <a:r>
              <a:t>✔ Learned full-stack development hands-on</a:t>
            </a:r>
          </a:p>
          <a:p>
            <a:r>
              <a:t>✔ Scalable and extendable for real-world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275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Employee Leave Management System</vt:lpstr>
      <vt:lpstr>Project Overview</vt:lpstr>
      <vt:lpstr>Tech Stack</vt:lpstr>
      <vt:lpstr>System Architecture</vt:lpstr>
      <vt:lpstr>Key Features</vt:lpstr>
      <vt:lpstr>Database Schema</vt:lpstr>
      <vt:lpstr>Application Screenshots</vt:lpstr>
      <vt:lpstr>Live Demo 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Ramya M</cp:lastModifiedBy>
  <cp:revision>1</cp:revision>
  <dcterms:created xsi:type="dcterms:W3CDTF">2013-01-27T09:14:16Z</dcterms:created>
  <dcterms:modified xsi:type="dcterms:W3CDTF">2025-07-08T15:29:05Z</dcterms:modified>
  <cp:category/>
</cp:coreProperties>
</file>